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FFFFFF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CD7DC-EBD9-DFCF-5294-99739390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1F337F8-7F92-A0F6-24D4-188B44F393C7}"/>
              </a:ext>
            </a:extLst>
          </p:cNvPr>
          <p:cNvSpPr/>
          <p:nvPr/>
        </p:nvSpPr>
        <p:spPr>
          <a:xfrm>
            <a:off x="257196" y="1299732"/>
            <a:ext cx="11643135" cy="661359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8FCE4CBD-4479-ABE8-9A37-CA26A73D806F}"/>
              </a:ext>
            </a:extLst>
          </p:cNvPr>
          <p:cNvSpPr/>
          <p:nvPr/>
        </p:nvSpPr>
        <p:spPr>
          <a:xfrm>
            <a:off x="360029" y="1386956"/>
            <a:ext cx="547130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PCPT: P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reparation 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ourse </a:t>
            </a:r>
            <a:r>
              <a:rPr lang="en-US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orch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7C628C7-7A3E-5A8E-DED4-2AE7D14B2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4405" y="1384578"/>
            <a:ext cx="1006569" cy="50064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6C31EF2-A319-C4C1-1716-FED4FC913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6892" y="1327762"/>
            <a:ext cx="1324756" cy="62380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8509832-8503-3159-BF3B-FA5728B9B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7566" y="1464701"/>
            <a:ext cx="1506880" cy="42052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D914F14-39FD-BFD2-A229-04C448CB3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5118" y="1451199"/>
            <a:ext cx="1055113" cy="3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1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Strahl, Sebastian</cp:lastModifiedBy>
  <cp:revision>36</cp:revision>
  <dcterms:created xsi:type="dcterms:W3CDTF">2020-04-03T09:04:02Z</dcterms:created>
  <dcterms:modified xsi:type="dcterms:W3CDTF">2026-08-25T08:16:17Z</dcterms:modified>
</cp:coreProperties>
</file>